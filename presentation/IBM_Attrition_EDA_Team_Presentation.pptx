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3942565" name="Slide Image Placeholder 1"/>
          <p:cNvSpPr>
            <a:spLocks noChangeAspect="1" noGrp="1" noRot="1"/>
          </p:cNvSpPr>
          <p:nvPr>
            <p:ph type="sldImg" idx="2"/>
          </p:nvPr>
        </p:nvSpPr>
        <p:spPr bwMode="auto"/>
      </p:sp>
      <p:sp>
        <p:nvSpPr>
          <p:cNvPr id="1964314431" name="Notes Placeholder 2"/>
          <p:cNvSpPr>
            <a:spLocks noGrp="1"/>
          </p:cNvSpPr>
          <p:nvPr>
            <p:ph type="body" sz="quarter" idx="3"/>
          </p:nvPr>
        </p:nvSpPr>
        <p:spPr bwMode="auto"/>
        <p:txBody>
          <a:bodyPr/>
          <a:lstStyle/>
          <a:p>
            <a:pPr>
              <a:defRPr/>
            </a:pPr>
            <a:r>
              <a:rP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endParaRPr/>
          </a:p>
        </p:txBody>
      </p:sp>
      <p:sp>
        <p:nvSpPr>
          <p:cNvPr id="1167989893"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8766788" name="Slide Image Placeholder 1"/>
          <p:cNvSpPr>
            <a:spLocks noChangeAspect="1" noGrp="1" noRot="1"/>
          </p:cNvSpPr>
          <p:nvPr>
            <p:ph type="sldImg" idx="2"/>
          </p:nvPr>
        </p:nvSpPr>
        <p:spPr bwMode="auto"/>
      </p:sp>
      <p:sp>
        <p:nvSpPr>
          <p:cNvPr id="1380674841" name="Notes Placeholder 2"/>
          <p:cNvSpPr>
            <a:spLocks noGrp="1"/>
          </p:cNvSpPr>
          <p:nvPr>
            <p:ph type="body" sz="quarter" idx="3"/>
          </p:nvPr>
        </p:nvSpPr>
        <p:spPr bwMode="auto"/>
        <p:txBody>
          <a:bodyPr/>
          <a:lstStyle/>
          <a:p>
            <a:pPr>
              <a:defRPr/>
            </a:pPr>
            <a:r>
              <a:rP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endParaRPr/>
          </a:p>
        </p:txBody>
      </p:sp>
      <p:sp>
        <p:nvSpPr>
          <p:cNvPr id="458338439"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3914588" name="Slide Image Placeholder 1"/>
          <p:cNvSpPr>
            <a:spLocks noChangeAspect="1" noGrp="1" noRot="1"/>
          </p:cNvSpPr>
          <p:nvPr>
            <p:ph type="sldImg" idx="2"/>
          </p:nvPr>
        </p:nvSpPr>
        <p:spPr bwMode="auto"/>
      </p:sp>
      <p:sp>
        <p:nvSpPr>
          <p:cNvPr id="524142824" name="Notes Placeholder 2"/>
          <p:cNvSpPr>
            <a:spLocks noGrp="1"/>
          </p:cNvSpPr>
          <p:nvPr>
            <p:ph type="body" sz="quarter" idx="3"/>
          </p:nvPr>
        </p:nvSpPr>
        <p:spPr bwMode="auto"/>
        <p:txBody>
          <a:bodyPr/>
          <a:lstStyle/>
          <a:p>
            <a:pPr>
              <a:defRPr/>
            </a:pPr>
            <a:r>
              <a:rP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endParaRPr/>
          </a:p>
        </p:txBody>
      </p:sp>
      <p:sp>
        <p:nvSpPr>
          <p:cNvPr id="1956582488"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11456407" name="Slide Image Placeholder 1"/>
          <p:cNvSpPr>
            <a:spLocks noChangeAspect="1" noGrp="1" noRot="1"/>
          </p:cNvSpPr>
          <p:nvPr>
            <p:ph type="sldImg" idx="2"/>
          </p:nvPr>
        </p:nvSpPr>
        <p:spPr bwMode="auto"/>
      </p:sp>
      <p:sp>
        <p:nvSpPr>
          <p:cNvPr id="731110552" name="Notes Placeholder 2"/>
          <p:cNvSpPr>
            <a:spLocks noGrp="1"/>
          </p:cNvSpPr>
          <p:nvPr>
            <p:ph type="body" sz="quarter" idx="3"/>
          </p:nvPr>
        </p:nvSpPr>
        <p:spPr bwMode="auto"/>
        <p:txBody>
          <a:bodyPr/>
          <a:lstStyle/>
          <a:p>
            <a:pPr>
              <a:defRPr/>
            </a:pPr>
            <a:r>
              <a:rP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endParaRPr/>
          </a:p>
        </p:txBody>
      </p:sp>
      <p:sp>
        <p:nvSpPr>
          <p:cNvPr id="1976940216"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3329762" name="Slide Image Placeholder 1"/>
          <p:cNvSpPr>
            <a:spLocks noChangeAspect="1" noGrp="1" noRot="1"/>
          </p:cNvSpPr>
          <p:nvPr>
            <p:ph type="sldImg" idx="2"/>
          </p:nvPr>
        </p:nvSpPr>
        <p:spPr bwMode="auto"/>
      </p:sp>
      <p:sp>
        <p:nvSpPr>
          <p:cNvPr id="2127106543" name="Notes Placeholder 2"/>
          <p:cNvSpPr>
            <a:spLocks noGrp="1"/>
          </p:cNvSpPr>
          <p:nvPr>
            <p:ph type="body" sz="quarter" idx="3"/>
          </p:nvPr>
        </p:nvSpPr>
        <p:spPr bwMode="auto"/>
        <p:txBody>
          <a:bodyPr/>
          <a:lstStyle/>
          <a:p>
            <a:pPr>
              <a:defRPr/>
            </a:pPr>
            <a:r>
              <a:rP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endParaRPr/>
          </a:p>
        </p:txBody>
      </p:sp>
      <p:sp>
        <p:nvSpPr>
          <p:cNvPr id="100982616"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3730141" name="Slide Image Placeholder 1"/>
          <p:cNvSpPr>
            <a:spLocks noChangeAspect="1" noGrp="1" noRot="1"/>
          </p:cNvSpPr>
          <p:nvPr>
            <p:ph type="sldImg" idx="2"/>
          </p:nvPr>
        </p:nvSpPr>
        <p:spPr bwMode="auto"/>
      </p:sp>
      <p:sp>
        <p:nvSpPr>
          <p:cNvPr id="1844661318" name="Notes Placeholder 2"/>
          <p:cNvSpPr>
            <a:spLocks noGrp="1"/>
          </p:cNvSpPr>
          <p:nvPr>
            <p:ph type="body" sz="quarter" idx="3"/>
          </p:nvPr>
        </p:nvSpPr>
        <p:spPr bwMode="auto"/>
        <p:txBody>
          <a:bodyPr/>
          <a:lstStyle/>
          <a:p>
            <a:pPr>
              <a:defRPr/>
            </a:pPr>
            <a:r>
              <a:rP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endParaRPr/>
          </a:p>
        </p:txBody>
      </p:sp>
      <p:sp>
        <p:nvSpPr>
          <p:cNvPr id="2034933127"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8533060" name="Slide Image Placeholder 1"/>
          <p:cNvSpPr>
            <a:spLocks noChangeAspect="1" noGrp="1" noRot="1"/>
          </p:cNvSpPr>
          <p:nvPr>
            <p:ph type="sldImg" idx="2"/>
          </p:nvPr>
        </p:nvSpPr>
        <p:spPr bwMode="auto"/>
      </p:sp>
      <p:sp>
        <p:nvSpPr>
          <p:cNvPr id="546949595" name="Notes Placeholder 2"/>
          <p:cNvSpPr>
            <a:spLocks noGrp="1"/>
          </p:cNvSpPr>
          <p:nvPr>
            <p:ph type="body" sz="quarter" idx="3"/>
          </p:nvPr>
        </p:nvSpPr>
        <p:spPr bwMode="auto"/>
        <p:txBody>
          <a:bodyPr/>
          <a:lstStyle/>
          <a:p>
            <a:pPr>
              <a:defRPr/>
            </a:pPr>
            <a:r>
              <a:rP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endParaRPr/>
          </a:p>
        </p:txBody>
      </p:sp>
      <p:sp>
        <p:nvSpPr>
          <p:cNvPr id="1042272882"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8211887" name="Slide Image Placeholder 1"/>
          <p:cNvSpPr>
            <a:spLocks noChangeAspect="1" noGrp="1" noRot="1"/>
          </p:cNvSpPr>
          <p:nvPr>
            <p:ph type="sldImg" idx="2"/>
          </p:nvPr>
        </p:nvSpPr>
        <p:spPr bwMode="auto"/>
      </p:sp>
      <p:sp>
        <p:nvSpPr>
          <p:cNvPr id="1041063521" name="Notes Placeholder 2"/>
          <p:cNvSpPr>
            <a:spLocks noGrp="1"/>
          </p:cNvSpPr>
          <p:nvPr>
            <p:ph type="body" sz="quarter" idx="3"/>
          </p:nvPr>
        </p:nvSpPr>
        <p:spPr bwMode="auto"/>
        <p:txBody>
          <a:bodyPr/>
          <a:lstStyle/>
          <a:p>
            <a:pPr>
              <a:defRPr/>
            </a:pPr>
            <a:r>
              <a:rP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endParaRPr/>
          </a:p>
        </p:txBody>
      </p:sp>
      <p:sp>
        <p:nvSpPr>
          <p:cNvPr id="1500027187"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781150" name="Slide Image Placeholder 1"/>
          <p:cNvSpPr>
            <a:spLocks noChangeAspect="1" noGrp="1" noRot="1"/>
          </p:cNvSpPr>
          <p:nvPr>
            <p:ph type="sldImg" idx="2"/>
          </p:nvPr>
        </p:nvSpPr>
        <p:spPr bwMode="auto"/>
      </p:sp>
      <p:sp>
        <p:nvSpPr>
          <p:cNvPr id="2102670760" name="Notes Placeholder 2"/>
          <p:cNvSpPr>
            <a:spLocks noGrp="1"/>
          </p:cNvSpPr>
          <p:nvPr>
            <p:ph type="body" sz="quarter" idx="3"/>
          </p:nvPr>
        </p:nvSpPr>
        <p:spPr bwMode="auto"/>
        <p:txBody>
          <a:bodyPr/>
          <a:lstStyle/>
          <a:p>
            <a:pPr>
              <a:defRPr/>
            </a:pPr>
            <a:r>
              <a:rP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endParaRPr/>
          </a:p>
        </p:txBody>
      </p:sp>
      <p:sp>
        <p:nvSpPr>
          <p:cNvPr id="764753192"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73586" name="Slide Image Placeholder 1"/>
          <p:cNvSpPr>
            <a:spLocks noChangeAspect="1" noGrp="1" noRot="1"/>
          </p:cNvSpPr>
          <p:nvPr>
            <p:ph type="sldImg" idx="2"/>
          </p:nvPr>
        </p:nvSpPr>
        <p:spPr bwMode="auto"/>
      </p:sp>
      <p:sp>
        <p:nvSpPr>
          <p:cNvPr id="1273829301" name="Notes Placeholder 2"/>
          <p:cNvSpPr>
            <a:spLocks noGrp="1"/>
          </p:cNvSpPr>
          <p:nvPr>
            <p:ph type="body" sz="quarter" idx="3"/>
          </p:nvPr>
        </p:nvSpPr>
        <p:spPr bwMode="auto"/>
        <p:txBody>
          <a:bodyPr/>
          <a:lstStyle/>
          <a:p>
            <a:pPr>
              <a:defRPr/>
            </a:pPr>
            <a:r>
              <a:rP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endParaRPr/>
          </a:p>
        </p:txBody>
      </p:sp>
      <p:sp>
        <p:nvSpPr>
          <p:cNvPr id="1825753071"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6079992" name="Slide Image Placeholder 1"/>
          <p:cNvSpPr>
            <a:spLocks noChangeAspect="1" noGrp="1" noRot="1"/>
          </p:cNvSpPr>
          <p:nvPr>
            <p:ph type="sldImg" idx="2"/>
          </p:nvPr>
        </p:nvSpPr>
        <p:spPr bwMode="auto"/>
      </p:sp>
      <p:sp>
        <p:nvSpPr>
          <p:cNvPr id="460837838" name="Notes Placeholder 2"/>
          <p:cNvSpPr>
            <a:spLocks noGrp="1"/>
          </p:cNvSpPr>
          <p:nvPr>
            <p:ph type="body" sz="quarter" idx="3"/>
          </p:nvPr>
        </p:nvSpPr>
        <p:spPr bwMode="auto"/>
        <p:txBody>
          <a:bodyPr/>
          <a:lstStyle/>
          <a:p>
            <a:pPr>
              <a:defRPr/>
            </a:pPr>
            <a:r>
              <a:rP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endParaRPr/>
          </a:p>
        </p:txBody>
      </p:sp>
      <p:sp>
        <p:nvSpPr>
          <p:cNvPr id="498959535"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3255806" name="Slide Image Placeholder 1"/>
          <p:cNvSpPr>
            <a:spLocks noChangeAspect="1" noGrp="1" noRot="1"/>
          </p:cNvSpPr>
          <p:nvPr>
            <p:ph type="sldImg" idx="2"/>
          </p:nvPr>
        </p:nvSpPr>
        <p:spPr bwMode="auto"/>
      </p:sp>
      <p:sp>
        <p:nvSpPr>
          <p:cNvPr id="1661580864" name="Notes Placeholder 2"/>
          <p:cNvSpPr>
            <a:spLocks noGrp="1"/>
          </p:cNvSpPr>
          <p:nvPr>
            <p:ph type="body" sz="quarter" idx="3"/>
          </p:nvPr>
        </p:nvSpPr>
        <p:spPr bwMode="auto"/>
        <p:txBody>
          <a:bodyPr/>
          <a:lstStyle/>
          <a:p>
            <a:pPr>
              <a:defRPr/>
            </a:pPr>
            <a:r>
              <a:rP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endParaRPr/>
          </a:p>
        </p:txBody>
      </p:sp>
      <p:sp>
        <p:nvSpPr>
          <p:cNvPr id="282498513"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6930398" name="Slide Image Placeholder 1"/>
          <p:cNvSpPr>
            <a:spLocks noChangeAspect="1" noGrp="1" noRot="1"/>
          </p:cNvSpPr>
          <p:nvPr>
            <p:ph type="sldImg" idx="2"/>
          </p:nvPr>
        </p:nvSpPr>
        <p:spPr bwMode="auto"/>
      </p:sp>
      <p:sp>
        <p:nvSpPr>
          <p:cNvPr id="1533144211" name="Notes Placeholder 2"/>
          <p:cNvSpPr>
            <a:spLocks noGrp="1"/>
          </p:cNvSpPr>
          <p:nvPr>
            <p:ph type="body" sz="quarter" idx="3"/>
          </p:nvPr>
        </p:nvSpPr>
        <p:spPr bwMode="auto"/>
        <p:txBody>
          <a:bodyPr/>
          <a:lstStyle/>
          <a:p>
            <a:pPr>
              <a:defRPr/>
            </a:pPr>
            <a:r>
              <a:rP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endParaRPr/>
          </a:p>
        </p:txBody>
      </p:sp>
      <p:sp>
        <p:nvSpPr>
          <p:cNvPr id="1450820578"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403521" name="Slide Image Placeholder 1"/>
          <p:cNvSpPr>
            <a:spLocks noChangeAspect="1" noGrp="1" noRot="1"/>
          </p:cNvSpPr>
          <p:nvPr>
            <p:ph type="sldImg" idx="2"/>
          </p:nvPr>
        </p:nvSpPr>
        <p:spPr bwMode="auto"/>
      </p:sp>
      <p:sp>
        <p:nvSpPr>
          <p:cNvPr id="264463380" name="Notes Placeholder 2"/>
          <p:cNvSpPr>
            <a:spLocks noGrp="1"/>
          </p:cNvSpPr>
          <p:nvPr>
            <p:ph type="body" sz="quarter" idx="3"/>
          </p:nvPr>
        </p:nvSpPr>
        <p:spPr bwMode="auto"/>
        <p:txBody>
          <a:bodyPr/>
          <a:lstStyle/>
          <a:p>
            <a:pPr>
              <a:defRPr/>
            </a:pPr>
            <a:r>
              <a:rP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endParaRPr/>
          </a:p>
        </p:txBody>
      </p:sp>
      <p:sp>
        <p:nvSpPr>
          <p:cNvPr id="1722314620"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3563220" name="Slide Image Placeholder 1"/>
          <p:cNvSpPr>
            <a:spLocks noChangeAspect="1" noGrp="1" noRot="1"/>
          </p:cNvSpPr>
          <p:nvPr>
            <p:ph type="sldImg" idx="2"/>
          </p:nvPr>
        </p:nvSpPr>
        <p:spPr bwMode="auto"/>
      </p:sp>
      <p:sp>
        <p:nvSpPr>
          <p:cNvPr id="1050231541" name="Notes Placeholder 2"/>
          <p:cNvSpPr>
            <a:spLocks noGrp="1"/>
          </p:cNvSpPr>
          <p:nvPr>
            <p:ph type="body" sz="quarter" idx="3"/>
          </p:nvPr>
        </p:nvSpPr>
        <p:spPr bwMode="auto"/>
        <p:txBody>
          <a:bodyPr/>
          <a:lstStyle/>
          <a:p>
            <a:pPr>
              <a:defRPr/>
            </a:pPr>
            <a:r>
              <a:rP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endParaRPr/>
          </a:p>
        </p:txBody>
      </p:sp>
      <p:sp>
        <p:nvSpPr>
          <p:cNvPr id="320932100"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3412925" name="Slide Image Placeholder 1"/>
          <p:cNvSpPr>
            <a:spLocks noChangeAspect="1" noGrp="1" noRot="1"/>
          </p:cNvSpPr>
          <p:nvPr>
            <p:ph type="sldImg" idx="2"/>
          </p:nvPr>
        </p:nvSpPr>
        <p:spPr bwMode="auto"/>
      </p:sp>
      <p:sp>
        <p:nvSpPr>
          <p:cNvPr id="2060552102" name="Notes Placeholder 2"/>
          <p:cNvSpPr>
            <a:spLocks noGrp="1"/>
          </p:cNvSpPr>
          <p:nvPr>
            <p:ph type="body" sz="quarter" idx="3"/>
          </p:nvPr>
        </p:nvSpPr>
        <p:spPr bwMode="auto"/>
        <p:txBody>
          <a:bodyPr/>
          <a:lstStyle/>
          <a:p>
            <a:pPr>
              <a:defRPr/>
            </a:pPr>
            <a:r>
              <a:rP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endParaRPr/>
          </a:p>
        </p:txBody>
      </p:sp>
      <p:sp>
        <p:nvSpPr>
          <p:cNvPr id="342898234"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3829819" name="Slide Image Placeholder 1"/>
          <p:cNvSpPr>
            <a:spLocks noChangeAspect="1" noGrp="1" noRot="1"/>
          </p:cNvSpPr>
          <p:nvPr>
            <p:ph type="sldImg" idx="2"/>
          </p:nvPr>
        </p:nvSpPr>
        <p:spPr bwMode="auto"/>
      </p:sp>
      <p:sp>
        <p:nvSpPr>
          <p:cNvPr id="1028827710" name="Notes Placeholder 2"/>
          <p:cNvSpPr>
            <a:spLocks noGrp="1"/>
          </p:cNvSpPr>
          <p:nvPr>
            <p:ph type="body" sz="quarter" idx="3"/>
          </p:nvPr>
        </p:nvSpPr>
        <p:spPr bwMode="auto"/>
        <p:txBody>
          <a:bodyPr/>
          <a:lstStyle/>
          <a:p>
            <a:pPr>
              <a:defRPr/>
            </a:pPr>
            <a:r>
              <a:rP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endParaRPr/>
          </a:p>
        </p:txBody>
      </p:sp>
      <p:sp>
        <p:nvSpPr>
          <p:cNvPr id="189786981"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5823212" name="Slide Image Placeholder 1"/>
          <p:cNvSpPr>
            <a:spLocks noChangeAspect="1" noGrp="1" noRot="1"/>
          </p:cNvSpPr>
          <p:nvPr>
            <p:ph type="sldImg" idx="2"/>
          </p:nvPr>
        </p:nvSpPr>
        <p:spPr bwMode="auto"/>
      </p:sp>
      <p:sp>
        <p:nvSpPr>
          <p:cNvPr id="1922004016" name="Notes Placeholder 2"/>
          <p:cNvSpPr>
            <a:spLocks noGrp="1"/>
          </p:cNvSpPr>
          <p:nvPr>
            <p:ph type="body" sz="quarter" idx="3"/>
          </p:nvPr>
        </p:nvSpPr>
        <p:spPr bwMode="auto"/>
        <p:txBody>
          <a:bodyPr/>
          <a:lstStyle/>
          <a:p>
            <a:pPr>
              <a:defRPr/>
            </a:pPr>
            <a:r>
              <a:rP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endParaRPr/>
          </a:p>
        </p:txBody>
      </p:sp>
      <p:sp>
        <p:nvSpPr>
          <p:cNvPr id="1801342887"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0672536" name="Slide Image Placeholder 1"/>
          <p:cNvSpPr>
            <a:spLocks noChangeAspect="1" noGrp="1" noRot="1"/>
          </p:cNvSpPr>
          <p:nvPr>
            <p:ph type="sldImg" idx="2"/>
          </p:nvPr>
        </p:nvSpPr>
        <p:spPr bwMode="auto"/>
      </p:sp>
      <p:sp>
        <p:nvSpPr>
          <p:cNvPr id="1596420633" name="Notes Placeholder 2"/>
          <p:cNvSpPr>
            <a:spLocks noGrp="1"/>
          </p:cNvSpPr>
          <p:nvPr>
            <p:ph type="body" sz="quarter" idx="3"/>
          </p:nvPr>
        </p:nvSpPr>
        <p:spPr bwMode="auto"/>
        <p:txBody>
          <a:bodyPr/>
          <a:lstStyle/>
          <a:p>
            <a:pPr>
              <a:defRPr/>
            </a:pPr>
            <a:r>
              <a:rP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endParaRPr/>
          </a:p>
        </p:txBody>
      </p:sp>
      <p:sp>
        <p:nvSpPr>
          <p:cNvPr id="802071927"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7031203" name="Slide Image Placeholder 1"/>
          <p:cNvSpPr>
            <a:spLocks noChangeAspect="1" noGrp="1" noRot="1"/>
          </p:cNvSpPr>
          <p:nvPr>
            <p:ph type="sldImg" idx="2"/>
          </p:nvPr>
        </p:nvSpPr>
        <p:spPr bwMode="auto"/>
      </p:sp>
      <p:sp>
        <p:nvSpPr>
          <p:cNvPr id="17853638" name="Notes Placeholder 2"/>
          <p:cNvSpPr>
            <a:spLocks noGrp="1"/>
          </p:cNvSpPr>
          <p:nvPr>
            <p:ph type="body" sz="quarter" idx="3"/>
          </p:nvPr>
        </p:nvSpPr>
        <p:spPr bwMode="auto"/>
        <p:txBody>
          <a:bodyPr/>
          <a:lstStyle/>
          <a:p>
            <a:pPr>
              <a:defRPr/>
            </a:pPr>
            <a:r>
              <a:rP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endParaRPr/>
          </a:p>
        </p:txBody>
      </p:sp>
      <p:sp>
        <p:nvSpPr>
          <p:cNvPr id="1554255029"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6813623" name="Slide Image Placeholder 1"/>
          <p:cNvSpPr>
            <a:spLocks noChangeAspect="1" noGrp="1" noRot="1"/>
          </p:cNvSpPr>
          <p:nvPr>
            <p:ph type="sldImg" idx="2"/>
          </p:nvPr>
        </p:nvSpPr>
        <p:spPr bwMode="auto"/>
      </p:sp>
      <p:sp>
        <p:nvSpPr>
          <p:cNvPr id="2106269543" name="Notes Placeholder 2"/>
          <p:cNvSpPr>
            <a:spLocks noGrp="1"/>
          </p:cNvSpPr>
          <p:nvPr>
            <p:ph type="body" sz="quarter" idx="3"/>
          </p:nvPr>
        </p:nvSpPr>
        <p:spPr bwMode="auto"/>
        <p:txBody>
          <a:bodyPr/>
          <a:lstStyle/>
          <a:p>
            <a:pPr>
              <a:defRPr/>
            </a:pPr>
            <a:r>
              <a:rP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endParaRPr/>
          </a:p>
        </p:txBody>
      </p:sp>
      <p:sp>
        <p:nvSpPr>
          <p:cNvPr id="867779091" name="Slide Number Placeholder 3"/>
          <p:cNvSpPr>
            <a:spLocks noGrp="1"/>
          </p:cNvSpPr>
          <p:nvPr>
            <p:ph type="sldNum" sz="quarter" idx="5"/>
          </p:nvPr>
        </p:nvSpPr>
        <p:spPr bwMode="auto"/>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9000082" name="Slide Image Placeholder 1"/>
          <p:cNvSpPr>
            <a:spLocks noChangeAspect="1" noGrp="1" noRot="1"/>
          </p:cNvSpPr>
          <p:nvPr>
            <p:ph type="sldImg" idx="2"/>
          </p:nvPr>
        </p:nvSpPr>
        <p:spPr bwMode="auto"/>
      </p:sp>
      <p:sp>
        <p:nvSpPr>
          <p:cNvPr id="1085703459" name="Notes Placeholder 2"/>
          <p:cNvSpPr>
            <a:spLocks noGrp="1"/>
          </p:cNvSpPr>
          <p:nvPr>
            <p:ph type="body" sz="quarter" idx="3"/>
          </p:nvPr>
        </p:nvSpPr>
        <p:spPr bwMode="auto"/>
        <p:txBody>
          <a:bodyPr/>
          <a:lstStyle/>
          <a:p>
            <a:pPr>
              <a:defRPr/>
            </a:pPr>
            <a:r>
              <a:rP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endParaRPr/>
          </a:p>
        </p:txBody>
      </p:sp>
      <p:sp>
        <p:nvSpPr>
          <p:cNvPr id="1813760743"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851070210"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106291475"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1494727946"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567338883" name="Footer Placeholder 4"/>
          <p:cNvSpPr>
            <a:spLocks noGrp="1"/>
          </p:cNvSpPr>
          <p:nvPr>
            <p:ph type="ftr" sz="quarter" idx="11"/>
          </p:nvPr>
        </p:nvSpPr>
        <p:spPr bwMode="auto"/>
        <p:txBody>
          <a:bodyPr/>
          <a:lstStyle/>
          <a:p>
            <a:pPr>
              <a:defRPr/>
            </a:pPr>
            <a:endParaRPr lang="en-US"/>
          </a:p>
        </p:txBody>
      </p:sp>
      <p:sp>
        <p:nvSpPr>
          <p:cNvPr id="2138738267"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683492632" name="Title 1"/>
          <p:cNvSpPr>
            <a:spLocks noGrp="1"/>
          </p:cNvSpPr>
          <p:nvPr>
            <p:ph type="title"/>
          </p:nvPr>
        </p:nvSpPr>
        <p:spPr bwMode="auto"/>
        <p:txBody>
          <a:bodyPr/>
          <a:lstStyle/>
          <a:p>
            <a:pPr>
              <a:defRPr/>
            </a:pPr>
            <a:r>
              <a:rPr lang="en-US"/>
              <a:t>Click to edit Master title style</a:t>
            </a:r>
            <a:endParaRPr/>
          </a:p>
        </p:txBody>
      </p:sp>
      <p:sp>
        <p:nvSpPr>
          <p:cNvPr id="959728892"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04700131"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975619229" name="Footer Placeholder 4"/>
          <p:cNvSpPr>
            <a:spLocks noGrp="1"/>
          </p:cNvSpPr>
          <p:nvPr>
            <p:ph type="ftr" sz="quarter" idx="11"/>
          </p:nvPr>
        </p:nvSpPr>
        <p:spPr bwMode="auto"/>
        <p:txBody>
          <a:bodyPr/>
          <a:lstStyle/>
          <a:p>
            <a:pPr>
              <a:defRPr/>
            </a:pPr>
            <a:endParaRPr lang="en-US"/>
          </a:p>
        </p:txBody>
      </p:sp>
      <p:sp>
        <p:nvSpPr>
          <p:cNvPr id="1571826467"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166557850"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356540363"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632737663"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76109270" name="Footer Placeholder 4"/>
          <p:cNvSpPr>
            <a:spLocks noGrp="1"/>
          </p:cNvSpPr>
          <p:nvPr>
            <p:ph type="ftr" sz="quarter" idx="11"/>
          </p:nvPr>
        </p:nvSpPr>
        <p:spPr bwMode="auto"/>
        <p:txBody>
          <a:bodyPr/>
          <a:lstStyle/>
          <a:p>
            <a:pPr>
              <a:defRPr/>
            </a:pPr>
            <a:endParaRPr lang="en-US"/>
          </a:p>
        </p:txBody>
      </p:sp>
      <p:sp>
        <p:nvSpPr>
          <p:cNvPr id="123643859"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50712155" name="Title 1"/>
          <p:cNvSpPr>
            <a:spLocks noGrp="1"/>
          </p:cNvSpPr>
          <p:nvPr>
            <p:ph type="title"/>
          </p:nvPr>
        </p:nvSpPr>
        <p:spPr bwMode="auto"/>
        <p:txBody>
          <a:bodyPr/>
          <a:lstStyle/>
          <a:p>
            <a:pPr>
              <a:defRPr/>
            </a:pPr>
            <a:r>
              <a:rPr lang="en-US"/>
              <a:t>Click to edit Master title style</a:t>
            </a:r>
            <a:endParaRPr/>
          </a:p>
        </p:txBody>
      </p:sp>
      <p:sp>
        <p:nvSpPr>
          <p:cNvPr id="1183618505"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9554408"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63066733"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94061384" name="Footer Placeholder 5"/>
          <p:cNvSpPr>
            <a:spLocks noGrp="1"/>
          </p:cNvSpPr>
          <p:nvPr>
            <p:ph type="ftr" sz="quarter" idx="11"/>
          </p:nvPr>
        </p:nvSpPr>
        <p:spPr bwMode="auto"/>
        <p:txBody>
          <a:bodyPr/>
          <a:lstStyle/>
          <a:p>
            <a:pPr>
              <a:defRPr/>
            </a:pPr>
            <a:endParaRPr lang="en-US"/>
          </a:p>
        </p:txBody>
      </p:sp>
      <p:sp>
        <p:nvSpPr>
          <p:cNvPr id="180188440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432709322"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1730094066"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784807680"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16433818"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441291839"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81945839" name="Date Placeholder 6"/>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625818267" name="Footer Placeholder 7"/>
          <p:cNvSpPr>
            <a:spLocks noGrp="1"/>
          </p:cNvSpPr>
          <p:nvPr>
            <p:ph type="ftr" sz="quarter" idx="11"/>
          </p:nvPr>
        </p:nvSpPr>
        <p:spPr bwMode="auto"/>
        <p:txBody>
          <a:bodyPr/>
          <a:lstStyle/>
          <a:p>
            <a:pPr>
              <a:defRPr/>
            </a:pPr>
            <a:endParaRPr lang="en-US"/>
          </a:p>
        </p:txBody>
      </p:sp>
      <p:sp>
        <p:nvSpPr>
          <p:cNvPr id="106723244"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220470571" name="Title 1"/>
          <p:cNvSpPr>
            <a:spLocks noGrp="1"/>
          </p:cNvSpPr>
          <p:nvPr>
            <p:ph type="title"/>
          </p:nvPr>
        </p:nvSpPr>
        <p:spPr bwMode="auto"/>
        <p:txBody>
          <a:bodyPr/>
          <a:lstStyle/>
          <a:p>
            <a:pPr>
              <a:defRPr/>
            </a:pPr>
            <a:r>
              <a:rPr lang="en-US"/>
              <a:t>Click to edit Master title style</a:t>
            </a:r>
            <a:endParaRPr/>
          </a:p>
        </p:txBody>
      </p:sp>
      <p:sp>
        <p:nvSpPr>
          <p:cNvPr id="1058787326" name="Date Placeholder 2"/>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046145579" name="Footer Placeholder 3"/>
          <p:cNvSpPr>
            <a:spLocks noGrp="1"/>
          </p:cNvSpPr>
          <p:nvPr>
            <p:ph type="ftr" sz="quarter" idx="11"/>
          </p:nvPr>
        </p:nvSpPr>
        <p:spPr bwMode="auto"/>
        <p:txBody>
          <a:bodyPr/>
          <a:lstStyle/>
          <a:p>
            <a:pPr>
              <a:defRPr/>
            </a:pPr>
            <a:endParaRPr lang="en-US"/>
          </a:p>
        </p:txBody>
      </p:sp>
      <p:sp>
        <p:nvSpPr>
          <p:cNvPr id="1818890299"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739503519" name="Date Placeholder 1"/>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781575614" name="Footer Placeholder 2"/>
          <p:cNvSpPr>
            <a:spLocks noGrp="1"/>
          </p:cNvSpPr>
          <p:nvPr>
            <p:ph type="ftr" sz="quarter" idx="11"/>
          </p:nvPr>
        </p:nvSpPr>
        <p:spPr bwMode="auto"/>
        <p:txBody>
          <a:bodyPr/>
          <a:lstStyle/>
          <a:p>
            <a:pPr>
              <a:defRPr/>
            </a:pPr>
            <a:endParaRPr lang="en-US"/>
          </a:p>
        </p:txBody>
      </p:sp>
      <p:sp>
        <p:nvSpPr>
          <p:cNvPr id="727761993"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830805385"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075680971"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30946737"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759582520"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856686052" name="Footer Placeholder 5"/>
          <p:cNvSpPr>
            <a:spLocks noGrp="1"/>
          </p:cNvSpPr>
          <p:nvPr>
            <p:ph type="ftr" sz="quarter" idx="11"/>
          </p:nvPr>
        </p:nvSpPr>
        <p:spPr bwMode="auto"/>
        <p:txBody>
          <a:bodyPr/>
          <a:lstStyle/>
          <a:p>
            <a:pPr>
              <a:defRPr/>
            </a:pPr>
            <a:endParaRPr lang="en-US"/>
          </a:p>
        </p:txBody>
      </p:sp>
      <p:sp>
        <p:nvSpPr>
          <p:cNvPr id="902454801"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480747796"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480319424"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719859094"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347191459"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04910705" name="Footer Placeholder 5"/>
          <p:cNvSpPr>
            <a:spLocks noGrp="1"/>
          </p:cNvSpPr>
          <p:nvPr>
            <p:ph type="ftr" sz="quarter" idx="11"/>
          </p:nvPr>
        </p:nvSpPr>
        <p:spPr bwMode="auto"/>
        <p:txBody>
          <a:bodyPr/>
          <a:lstStyle/>
          <a:p>
            <a:pPr>
              <a:defRPr/>
            </a:pPr>
            <a:endParaRPr lang="en-US"/>
          </a:p>
        </p:txBody>
      </p:sp>
      <p:sp>
        <p:nvSpPr>
          <p:cNvPr id="597002592"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738382793" name="Title 1"/>
          <p:cNvSpPr>
            <a:spLocks noGrp="1"/>
          </p:cNvSpPr>
          <p:nvPr>
            <p:ph type="title"/>
          </p:nvPr>
        </p:nvSpPr>
        <p:spPr bwMode="auto"/>
        <p:txBody>
          <a:bodyPr/>
          <a:lstStyle/>
          <a:p>
            <a:pPr>
              <a:defRPr/>
            </a:pPr>
            <a:r>
              <a:rPr lang="en-US"/>
              <a:t>Click to edit Master title style</a:t>
            </a:r>
            <a:endParaRPr/>
          </a:p>
        </p:txBody>
      </p:sp>
      <p:sp>
        <p:nvSpPr>
          <p:cNvPr id="1065602890"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97566084"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702929919" name="Footer Placeholder 4"/>
          <p:cNvSpPr>
            <a:spLocks noGrp="1"/>
          </p:cNvSpPr>
          <p:nvPr>
            <p:ph type="ftr" sz="quarter" idx="11"/>
          </p:nvPr>
        </p:nvSpPr>
        <p:spPr bwMode="auto"/>
        <p:txBody>
          <a:bodyPr/>
          <a:lstStyle/>
          <a:p>
            <a:pPr>
              <a:defRPr/>
            </a:pPr>
            <a:endParaRPr lang="en-US"/>
          </a:p>
        </p:txBody>
      </p:sp>
      <p:sp>
        <p:nvSpPr>
          <p:cNvPr id="1762083453"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689558204"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848230486"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741324928"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232468657" name="Footer Placeholder 4"/>
          <p:cNvSpPr>
            <a:spLocks noGrp="1"/>
          </p:cNvSpPr>
          <p:nvPr>
            <p:ph type="ftr" sz="quarter" idx="11"/>
          </p:nvPr>
        </p:nvSpPr>
        <p:spPr bwMode="auto"/>
        <p:txBody>
          <a:bodyPr/>
          <a:lstStyle/>
          <a:p>
            <a:pPr>
              <a:defRPr/>
            </a:pPr>
            <a:endParaRPr lang="en-US"/>
          </a:p>
        </p:txBody>
      </p:sp>
      <p:sp>
        <p:nvSpPr>
          <p:cNvPr id="1552087507"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024103661"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82474394"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95559460"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9/12/2026</a:t>
            </a:fld>
            <a:endParaRPr lang="en-US"/>
          </a:p>
        </p:txBody>
      </p:sp>
      <p:sp>
        <p:nvSpPr>
          <p:cNvPr id="1858166111"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755527901"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6875564"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5886328"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49816159"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372369442"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83628313"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507852806"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2717975" name="TextBox 7"/>
          <p:cNvSpPr txBox="1"/>
          <p:nvPr/>
        </p:nvSpPr>
        <p:spPr bwMode="auto">
          <a:xfrm>
            <a:off x="960120" y="4526280"/>
            <a:ext cx="10241280" cy="1005840"/>
          </a:xfrm>
          <a:prstGeom prst="rect">
            <a:avLst/>
          </a:prstGeom>
          <a:noFill/>
        </p:spPr>
        <p:txBody>
          <a:bodyPr wrap="square" lIns="0" tIns="0" rIns="0" bIns="0" anchor="t">
            <a:spAutoFit/>
          </a:bodyPr>
          <a:lstStyle/>
          <a:p>
            <a:pPr algn="l">
              <a:lnSpc>
                <a:spcPct val="170000"/>
              </a:lnSpc>
              <a:spcAft>
                <a:spcPts val="0"/>
              </a:spcAft>
              <a:defRPr/>
            </a:pPr>
            <a:r>
              <a:rPr sz="1400" b="1" i="0">
                <a:solidFill>
                  <a:srgbClr val="FFFFFF"/>
                </a:solidFill>
                <a:latin typeface="Segoe UI"/>
              </a:rPr>
              <a:t>NPower JDA Cohort 2026  </a:t>
            </a:r>
            <a:r>
              <a:rPr sz="1400" b="0" i="0">
                <a:solidFill>
                  <a:srgbClr val="9EC5F4"/>
                </a:solidFill>
                <a:latin typeface="Segoe UI"/>
              </a:rPr>
              <a:t>·  8-person team project</a:t>
            </a:r>
            <a:endParaRPr/>
          </a:p>
          <a:p>
            <a:pPr algn="l">
              <a:lnSpc>
                <a:spcPct val="170000"/>
              </a:lnSpc>
              <a:spcAft>
                <a:spcPts val="0"/>
              </a:spcAft>
              <a:defRPr/>
            </a:pPr>
            <a:r>
              <a:rPr sz="1200" b="0" i="0">
                <a:solidFill>
                  <a:srgbClr val="86B6EF"/>
                </a:solidFill>
                <a:latin typeface="Consolas"/>
              </a:rPr>
              <a:t>github.com/NPower-JDA-Cohort-2026/ibm-analytics-attrition-eda</a:t>
            </a:r>
            <a:endParaRPr/>
          </a:p>
        </p:txBody>
      </p:sp>
      <p:sp>
        <p:nvSpPr>
          <p:cNvPr id="546912252"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265423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150156669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555514269"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3056835"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1885273528"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13758600"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0016663"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1760602867"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1345286870"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1178774488"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1849604956"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6930455"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456412"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141357767"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1778931424"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7656393"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1363565522"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573976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74274910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211362409"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1516725"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41538949"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7902688"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814250962"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521378384"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1651733163"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727037"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9731594"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609159992"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1475626953"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2048047522"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1313584"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3534754"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1903084012"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764024804"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170576672"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57254298"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2992645"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1342342485"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645031178"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1350649152"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052580793"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1690708979"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841324935"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2086567264"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1403090"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0152407"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1644158947"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689021125"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8700421"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413444378"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980858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11580512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202505298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125626234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2428629"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8876329"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23329182"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359010891"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814497122"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1297987428"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05984998"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91184397"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4025547"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1396444113"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728537974"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106727507"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562246800"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2089707"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5559352"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1018698235"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1579635533"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277036596"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270221587"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2615756"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97181893"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994359436"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1901592985"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1483855762"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399909014"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9227387"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4163960"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1385675598"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938520727"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1241162022"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742323273"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4909635"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74264621"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109625968"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1636085832"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1661737147"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327464504"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5886169"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7025723"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941424910"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2011596759"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82414852"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152894760"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492743104"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56620625"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4021380"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2080263729"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219451425"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6788773"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1111897009"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03672897"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00–02</a:t>
            </a:r>
            <a:endParaRPr/>
          </a:p>
        </p:txBody>
      </p:sp>
      <p:sp>
        <p:nvSpPr>
          <p:cNvPr id="826518694"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Profiling, duplicates and missing values</a:t>
            </a:r>
            <a:endParaRPr/>
          </a:p>
        </p:txBody>
      </p:sp>
      <p:sp>
        <p:nvSpPr>
          <p:cNvPr id="65912232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67916281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67464280"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19632503"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19649843"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725153776"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374481365"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1982543080"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421418689"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1909111190"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6829811"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274842"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126967150"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548656772"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1978677683"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86366442"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1907628448"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2091206"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1924895"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488697974"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98110103"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2095009860"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127354385"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1799986550"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73913807"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12609096"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1875582410"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1622746582"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0893249"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1138024602"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74131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03</a:t>
            </a:r>
            <a:endParaRPr/>
          </a:p>
        </p:txBody>
      </p:sp>
      <p:sp>
        <p:nvSpPr>
          <p:cNvPr id="906148960"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Normalizing data</a:t>
            </a:r>
            <a:endParaRPr/>
          </a:p>
        </p:txBody>
      </p:sp>
      <p:sp>
        <p:nvSpPr>
          <p:cNvPr id="26349439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31370401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1287932"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906092964"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441460866"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1337858282"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0061706"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4857292"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945948275"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785354611"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1281785841"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6041836"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100042"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1001292202"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385527679"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669722125"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1462288998"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2449426"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6540207"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594995298"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628130239"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8517170"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53711653"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976740215"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1175818864"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4815790"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1968867935"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54462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10</a:t>
            </a:r>
            <a:endParaRPr/>
          </a:p>
        </p:txBody>
      </p:sp>
      <p:sp>
        <p:nvSpPr>
          <p:cNvPr id="1929069577"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Regression model</a:t>
            </a:r>
            <a:endParaRPr/>
          </a:p>
        </p:txBody>
      </p:sp>
      <p:sp>
        <p:nvSpPr>
          <p:cNvPr id="38176202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82955636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640479725"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1112616666"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806161214"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9814643"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80167891"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1857522101"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247887045"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1447488594"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0730900"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0853514"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708151704"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255505977"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410512471" name="Rectangle 17"/>
          <p:cNvSpPr/>
          <p:nvPr/>
        </p:nvSpPr>
        <p:spPr bwMode="auto">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2026853"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876715"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87574309"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1895018949" name="Rectangle 21"/>
          <p:cNvSpPr/>
          <p:nvPr/>
        </p:nvSpPr>
        <p:spPr bwMode="auto">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4774660" name="Rectangle 22"/>
          <p:cNvSpPr/>
          <p:nvPr/>
        </p:nvSpPr>
        <p:spPr bwMode="auto">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3870653"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495054882" name="TextBox 24"/>
          <p:cNvSpPr txBox="1"/>
          <p:nvPr/>
        </p:nvSpPr>
        <p:spPr bwMode="auto">
          <a:xfrm>
            <a:off x="6443455" y="5230368"/>
            <a:ext cx="4999783" cy="110449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1954907840"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2412664"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2137840344"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1920117"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04</a:t>
            </a:r>
            <a:endParaRPr/>
          </a:p>
        </p:txBody>
      </p:sp>
      <p:sp>
        <p:nvSpPr>
          <p:cNvPr id="220507242" name="TextBox 2"/>
          <p:cNvSpPr txBox="1"/>
          <p:nvPr/>
        </p:nvSpPr>
        <p:spPr bwMode="auto">
          <a:xfrm>
            <a:off x="566928" y="603504"/>
            <a:ext cx="1105883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Data wrangling</a:t>
            </a:r>
            <a:endParaRPr/>
          </a:p>
        </p:txBody>
      </p:sp>
      <p:sp>
        <p:nvSpPr>
          <p:cNvPr id="168308188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135007397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96546865"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959337880"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624272101"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1598435862"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3722106"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9240277"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478946867"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627476714"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8268112"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9185642"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263667313"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1939583574"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7041155"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564668410"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067282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1 OF 3</a:t>
            </a:r>
            <a:endParaRPr/>
          </a:p>
        </p:txBody>
      </p:sp>
      <p:sp>
        <p:nvSpPr>
          <p:cNvPr id="640836513"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Where is attrition concentrated?</a:t>
            </a:r>
            <a:endParaRPr/>
          </a:p>
        </p:txBody>
      </p:sp>
      <p:sp>
        <p:nvSpPr>
          <p:cNvPr id="139642091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209304334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7399597"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117153955"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1901948490"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54385075"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3092150"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735765299"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1948367818"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216746"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89086621"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836674855"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903645644"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5095715"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307381960"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8500597"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2 OF 3</a:t>
            </a:r>
            <a:endParaRPr/>
          </a:p>
        </p:txBody>
      </p:sp>
      <p:sp>
        <p:nvSpPr>
          <p:cNvPr id="61972821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Department and job level</a:t>
            </a:r>
            <a:endParaRPr/>
          </a:p>
        </p:txBody>
      </p:sp>
      <p:sp>
        <p:nvSpPr>
          <p:cNvPr id="201274888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106970388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593831203"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27625801"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1142067483"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endParaRPr/>
          </a:p>
        </p:txBody>
      </p:sp>
      <p:sp>
        <p:nvSpPr>
          <p:cNvPr id="1805228817" name="Rectangle 8"/>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52410294" name="Rectangle 9"/>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60789842"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78007644"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1373799979" name="Rectangle 12"/>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6826390" name="Rectangle 13"/>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2588941"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961429314"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2141936875"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83475135"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42208539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221309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3 OF 3</a:t>
            </a:r>
            <a:endParaRPr/>
          </a:p>
        </p:txBody>
      </p:sp>
      <p:sp>
        <p:nvSpPr>
          <p:cNvPr id="1453584549"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Is attrition an early-tenure phenomenon?</a:t>
            </a:r>
            <a:endParaRPr/>
          </a:p>
        </p:txBody>
      </p:sp>
      <p:sp>
        <p:nvSpPr>
          <p:cNvPr id="181377910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74076987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33871792"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238950653" name="Picture 6" descr="05_tenure_curve.png"/>
          <p:cNvPicPr>
            <a:picLocks noChangeAspect="1"/>
          </p:cNvPicPr>
          <p:nvPr/>
        </p:nvPicPr>
        <p:blipFill rotWithShape="1">
          <a:blip r:embed="rId4"/>
          <a:stretch/>
        </p:blipFill>
        <p:spPr bwMode="auto">
          <a:xfrm>
            <a:off x="6428898" y="1609344"/>
            <a:ext cx="4500531" cy="2788920"/>
          </a:xfrm>
          <a:prstGeom prst="rect">
            <a:avLst/>
          </a:prstGeom>
        </p:spPr>
      </p:pic>
      <p:pic>
        <p:nvPicPr>
          <p:cNvPr id="331690871" name="Picture 7" descr="05_early_signals.png"/>
          <p:cNvPicPr>
            <a:picLocks noChangeAspect="1"/>
          </p:cNvPicPr>
          <p:nvPr/>
        </p:nvPicPr>
        <p:blipFill rotWithShape="1">
          <a:blip r:embed="rId5"/>
          <a:stretch/>
        </p:blipFill>
        <p:spPr bwMode="auto">
          <a:xfrm>
            <a:off x="3436704" y="4425696"/>
            <a:ext cx="5318560" cy="1481328"/>
          </a:xfrm>
          <a:prstGeom prst="rect">
            <a:avLst/>
          </a:prstGeom>
        </p:spPr>
      </p:pic>
      <p:sp>
        <p:nvSpPr>
          <p:cNvPr id="827318232" name="Rectangle 8"/>
          <p:cNvSpPr/>
          <p:nvPr/>
        </p:nvSpPr>
        <p:spPr bwMode="auto">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47677547" name="Rectangle 9"/>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3955948" name="TextBox 10"/>
          <p:cNvSpPr txBox="1"/>
          <p:nvPr/>
        </p:nvSpPr>
        <p:spPr bwMode="auto">
          <a:xfrm>
            <a:off x="786384"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30219195" name="TextBox 11"/>
          <p:cNvSpPr txBox="1"/>
          <p:nvPr/>
        </p:nvSpPr>
        <p:spPr bwMode="auto">
          <a:xfrm>
            <a:off x="786384"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69575433" name="Rectangle 12"/>
          <p:cNvSpPr/>
          <p:nvPr/>
        </p:nvSpPr>
        <p:spPr bwMode="auto">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4609503" name="Rectangle 13"/>
          <p:cNvSpPr/>
          <p:nvPr/>
        </p:nvSpPr>
        <p:spPr bwMode="auto">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62766263" name="TextBox 14"/>
          <p:cNvSpPr txBox="1"/>
          <p:nvPr/>
        </p:nvSpPr>
        <p:spPr bwMode="auto">
          <a:xfrm>
            <a:off x="6443456"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662805908" name="TextBox 15"/>
          <p:cNvSpPr txBox="1"/>
          <p:nvPr/>
        </p:nvSpPr>
        <p:spPr bwMode="auto">
          <a:xfrm>
            <a:off x="6443456"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1988847299"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2432022"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805675910"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954299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06</a:t>
            </a:r>
            <a:endParaRPr/>
          </a:p>
        </p:txBody>
      </p:sp>
      <p:sp>
        <p:nvSpPr>
          <p:cNvPr id="332619255"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how the data is distributed</a:t>
            </a:r>
            <a:endParaRPr/>
          </a:p>
        </p:txBody>
      </p:sp>
      <p:sp>
        <p:nvSpPr>
          <p:cNvPr id="137007420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146581343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4935678"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32578823"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9147240"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83686611"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a:t>
            </a:r>
            <a:r>
              <a:rPr lang="en-CA" sz="1200"/>
              <a:t>MonthlyIncome</a:t>
            </a:r>
            <a:r>
              <a:rPr lang="en-CA" sz="1200"/>
              <a:t>, </a:t>
            </a:r>
            <a:r>
              <a:rPr lang="en-CA" sz="1200"/>
              <a:t>TotalWorkingYears</a:t>
            </a:r>
            <a:r>
              <a:rPr lang="en-CA" sz="1200"/>
              <a:t>, </a:t>
            </a:r>
            <a:r>
              <a:rPr lang="en-CA" sz="1200"/>
              <a:t>YearsAtCompany</a:t>
            </a:r>
            <a:r>
              <a:rPr lang="en-CA" sz="1200"/>
              <a:t>) displayed strong left-skewed distributions with long lower tails.</a:t>
            </a:r>
            <a:endParaRPr/>
          </a:p>
          <a:p>
            <a:pPr marL="742950" lvl="1" indent="-285750">
              <a:lnSpc>
                <a:spcPct val="100000"/>
              </a:lnSpc>
              <a:buFont typeface="Arial"/>
              <a:buChar char="•"/>
              <a:defRPr/>
            </a:pPr>
            <a:r>
              <a:rPr lang="en-CA" sz="1200"/>
              <a:t>Ordinal survey variables (</a:t>
            </a:r>
            <a:r>
              <a:rPr lang="en-CA" sz="1200"/>
              <a:t>JobSatisfaction</a:t>
            </a:r>
            <a:r>
              <a:rPr lang="en-CA" sz="1200"/>
              <a:t>, </a:t>
            </a:r>
            <a:r>
              <a:rPr lang="en-CA" sz="1200"/>
              <a:t>EnvironmentSatisfaction</a:t>
            </a:r>
            <a:r>
              <a:rPr lang="en-CA" sz="1200"/>
              <a:t>, </a:t>
            </a:r>
            <a:r>
              <a:rPr lang="en-CA" sz="1200"/>
              <a:t>WorkLifeBalance</a:t>
            </a:r>
            <a:r>
              <a:rPr lang="en-CA" sz="1200"/>
              <a:t>)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2067886627"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5812047"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30428302"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470185810"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2031313280"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18301875"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1652433090"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89162911"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1548269278"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71615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07</a:t>
            </a:r>
            <a:endParaRPr/>
          </a:p>
        </p:txBody>
      </p:sp>
      <p:sp>
        <p:nvSpPr>
          <p:cNvPr id="1790094887"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outliers</a:t>
            </a:r>
            <a:endParaRPr/>
          </a:p>
        </p:txBody>
      </p:sp>
      <p:sp>
        <p:nvSpPr>
          <p:cNvPr id="199436601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122835060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41636652"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1628531670"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62039423"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1632119205"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7274013"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0854832"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533740121"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143008477"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3202729"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2423724"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2051991848"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1804960166"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3166570"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9564083"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405157104"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728258060"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8607819"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1739351631"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274369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08</a:t>
            </a:r>
            <a:endParaRPr/>
          </a:p>
        </p:txBody>
      </p:sp>
      <p:sp>
        <p:nvSpPr>
          <p:cNvPr id="1943798512"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correlation</a:t>
            </a:r>
            <a:endParaRPr/>
          </a:p>
        </p:txBody>
      </p:sp>
      <p:sp>
        <p:nvSpPr>
          <p:cNvPr id="185126208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178605596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16711663" name="Rectangle 7"/>
          <p:cNvSpPr/>
          <p:nvPr/>
        </p:nvSpPr>
        <p:spPr bwMode="auto">
          <a:xfrm>
            <a:off x="694944" y="3746693"/>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7252636"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9660399"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006322029"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a:t>
            </a:r>
            <a:r>
              <a:rPr lang="en-CA" sz="1400"/>
              <a:t>DistanceFromHome</a:t>
            </a:r>
            <a:r>
              <a:rPr lang="en-CA" sz="1400"/>
              <a:t>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421819738"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0750710"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9095814"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401061908" name="TextBox 14"/>
          <p:cNvSpPr txBox="1"/>
          <p:nvPr/>
        </p:nvSpPr>
        <p:spPr bwMode="auto">
          <a:xfrm>
            <a:off x="694943" y="4638008"/>
            <a:ext cx="3779019" cy="1508105"/>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1373416840"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3083133"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467317944"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819398577"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380757913"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499280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09</a:t>
            </a:r>
            <a:endParaRPr/>
          </a:p>
        </p:txBody>
      </p:sp>
      <p:sp>
        <p:nvSpPr>
          <p:cNvPr id="1164275098"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Visualizing distribution</a:t>
            </a:r>
            <a:endParaRPr/>
          </a:p>
        </p:txBody>
      </p:sp>
      <p:sp>
        <p:nvSpPr>
          <p:cNvPr id="126502083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19205171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2117252481"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463698432"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1089814007"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64803294"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8366259"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0570320"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584873852"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1070650824"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9847564"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5575843"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947067112"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623460328"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3534592"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764308011"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469905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116498420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5655253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44674964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9843983"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1085235"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5588791"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2022975487"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2030672378"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1212159958"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1164048388"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9642573"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67957532"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1642517343"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1550841539"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907480830"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815867952"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3397743"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9888571"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1240989091"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1368368602"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1096137543"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1232939138"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43904998"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3582244"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165462435"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484120875"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1592664254"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431277369"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55550551"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6419359"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1100903640"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1447710946"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807610512"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1862532438"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7275256"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2649456"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174712176"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995804860"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719196225"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774126468"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1658466682"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1772140374"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2000967381"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27085104"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567740148"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664519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27600625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21130737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165311398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544886242"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2099607732"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1396004914"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0684587"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1666109835"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98653422"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1689557795"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4369223"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1529502436"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4978566"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150227837"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4903407"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757235938"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2782139"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1236283085"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265889"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1695877938"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7947949"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1163584439"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7258768"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630071448"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2279377"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6586099"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1357276789"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132034540"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3656215"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8852865"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231553535"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1104297820"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55195279"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867733866"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276938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REFLECTION</a:t>
            </a:r>
            <a:endParaRPr/>
          </a:p>
        </p:txBody>
      </p:sp>
      <p:sp>
        <p:nvSpPr>
          <p:cNvPr id="194265900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we learned</a:t>
            </a:r>
            <a:endParaRPr/>
          </a:p>
        </p:txBody>
      </p:sp>
      <p:sp>
        <p:nvSpPr>
          <p:cNvPr id="87203913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Separating what the data told us from what the process taught us.</a:t>
            </a:r>
            <a:endParaRPr/>
          </a:p>
        </p:txBody>
      </p:sp>
      <p:sp>
        <p:nvSpPr>
          <p:cNvPr id="183330052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635920" name="Rectangle 5"/>
          <p:cNvSpPr/>
          <p:nvPr/>
        </p:nvSpPr>
        <p:spPr bwMode="auto">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5271568" name="Rectangle 6"/>
          <p:cNvSpPr/>
          <p:nvPr/>
        </p:nvSpPr>
        <p:spPr bwMode="auto">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895204" name="TextBox 7"/>
          <p:cNvSpPr txBox="1"/>
          <p:nvPr/>
        </p:nvSpPr>
        <p:spPr bwMode="auto">
          <a:xfrm>
            <a:off x="841247"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Findings about the data</a:t>
            </a:r>
            <a:endParaRPr/>
          </a:p>
        </p:txBody>
      </p:sp>
      <p:sp>
        <p:nvSpPr>
          <p:cNvPr id="744847670" name="TextBox 8"/>
          <p:cNvSpPr txBox="1"/>
          <p:nvPr/>
        </p:nvSpPr>
        <p:spPr bwMode="auto">
          <a:xfrm>
            <a:off x="841247"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Strong relationships  </a:t>
            </a:r>
            <a:r>
              <a:rPr sz="1050" b="0" i="0">
                <a:solidFill>
                  <a:srgbClr val="52514E"/>
                </a:solidFill>
                <a:latin typeface="Segoe UI"/>
              </a:rPr>
              <a:t>Tenure, job level and overtime produce the widest, most consistent gaps — all on segments of 300 or more.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Weak relationships  </a:t>
            </a:r>
            <a:r>
              <a:rPr sz="1050" b="0" i="0">
                <a:solidFill>
                  <a:srgbClr val="52514E"/>
                </a:solidFill>
                <a:latin typeface="Segoe UI"/>
              </a:rPr>
              <a:t>Hourly rate, monthly rate, percent salary hike and performance rating are effectively flat; performance rating correlates +0.003 with leaving.</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The surprise  </a:t>
            </a:r>
            <a:r>
              <a:rPr sz="1050" b="0" i="0">
                <a:solidFill>
                  <a:srgbClr val="52514E"/>
                </a:solidFill>
                <a:latin typeface="Segoe UI"/>
              </a:rPr>
              <a:t>Attrition is not monotonic in seniority. Level 3 (14.68%) leaves more than level 2 (9.74%), and level 5 (7.25%) more than level 4 (4.72%).</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Second surprise  </a:t>
            </a:r>
            <a:r>
              <a:rPr sz="1050" b="0" i="0">
                <a:solidFill>
                  <a:srgbClr val="52514E"/>
                </a:solidFill>
                <a:latin typeface="Segoe UI"/>
              </a:rPr>
              <a:t>Promotion stagnation barely registers descriptively (−0.033 correlation) yet is the sixth-largest positive coefficient in the model — a signal only visible alongside other variables.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Commute  </a:t>
            </a:r>
            <a:r>
              <a:rPr sz="1050" b="0" i="0">
                <a:solidFill>
                  <a:srgbClr val="52514E"/>
                </a:solidFill>
                <a:latin typeface="Segoe UI"/>
              </a:rPr>
              <a:t>Distance from home is the only clearly positive numeric correlation (+0.078): 20.6% in the furthest quartile vs 12.9% in the nearest.</a:t>
            </a:r>
            <a:endParaRPr/>
          </a:p>
        </p:txBody>
      </p:sp>
      <p:sp>
        <p:nvSpPr>
          <p:cNvPr id="1903241303" name="Rectangle 9"/>
          <p:cNvSpPr/>
          <p:nvPr/>
        </p:nvSpPr>
        <p:spPr bwMode="auto">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8976772" name="Rectangle 10"/>
          <p:cNvSpPr/>
          <p:nvPr/>
        </p:nvSpPr>
        <p:spPr bwMode="auto">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0960154" name="TextBox 11"/>
          <p:cNvSpPr txBox="1"/>
          <p:nvPr/>
        </p:nvSpPr>
        <p:spPr bwMode="auto">
          <a:xfrm>
            <a:off x="6534896"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Lessons about the analysis</a:t>
            </a:r>
            <a:endParaRPr/>
          </a:p>
        </p:txBody>
      </p:sp>
      <p:sp>
        <p:nvSpPr>
          <p:cNvPr id="1002214837" name="TextBox 12"/>
          <p:cNvSpPr txBox="1"/>
          <p:nvPr/>
        </p:nvSpPr>
        <p:spPr bwMode="auto">
          <a:xfrm>
            <a:off x="6534896"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Rate is not volume  </a:t>
            </a:r>
            <a:r>
              <a:rPr sz="1050" b="0" i="0">
                <a:solidFill>
                  <a:srgbClr val="52514E"/>
                </a:solidFill>
                <a:latin typeface="Segoe UI"/>
              </a:rPr>
              <a:t>Excess attrition changed our conclusions: Human Resources at 23.08% is +4 departures, Laboratory Technicians at 23.94% are +20.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Correlation is a screen  </a:t>
            </a:r>
            <a:r>
              <a:rPr sz="1050" b="0" i="0">
                <a:solidFill>
                  <a:srgbClr val="52514E"/>
                </a:solidFill>
                <a:latin typeface="Segoe UI"/>
              </a:rPr>
              <a:t>No numeric correlation exceeds 0.171. Grouped rates carried every interpretable finding; Pearson on a binary target understates real gaps.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Confounding is unresolved  </a:t>
            </a:r>
            <a:r>
              <a:rPr sz="1050" b="0" i="0">
                <a:solidFill>
                  <a:srgbClr val="52514E"/>
                </a:solidFill>
                <a:latin typeface="Segoe UI"/>
              </a:rPr>
              <a:t>Role, level, tenure and pay overlap on the same employees. We report each separately and did not stratify — so no gap here is an independent effect.</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Imbalance breaks accuracy  </a:t>
            </a:r>
            <a:r>
              <a:rPr sz="1050" b="0" i="0">
                <a:solidFill>
                  <a:srgbClr val="52514E"/>
                </a:solidFill>
                <a:latin typeface="Segoe UI"/>
              </a:rPr>
              <a:t>At 16.1% positives, a model predicting “nobody leaves” scores 84%. Ours scored 86% while finding 34% of leavers.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Limitations  </a:t>
            </a:r>
            <a:r>
              <a:rPr sz="105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endParaRPr/>
          </a:p>
        </p:txBody>
      </p:sp>
      <p:sp>
        <p:nvSpPr>
          <p:cNvPr id="1552000696" name="Rectangle 1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7279593" name="TextBox 1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 Caveats and Ethics</a:t>
            </a:r>
            <a:endParaRPr/>
          </a:p>
        </p:txBody>
      </p:sp>
      <p:sp>
        <p:nvSpPr>
          <p:cNvPr id="220251272" name="TextBox 1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5631851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85097601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16376785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55199021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7929405"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1884843464"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13450285"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926152273"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956301321"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2030914910"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0544620"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5652309"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549109138"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635827913"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4580575"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65602819"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434194649"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308301701"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29761690"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4608145"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1076331140"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1414254161"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0746462"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14677476"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898345432"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1803000387"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2245857"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2458789"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1246514809"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962600513"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2210282"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8014702"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2141991869"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2109317094" name="Rectangle 34"/>
          <p:cNvSpPr/>
          <p:nvPr/>
        </p:nvSpPr>
        <p:spPr bwMode="auto">
          <a:xfrm>
            <a:off x="9022064"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2717932" name="Rectangle 35"/>
          <p:cNvSpPr/>
          <p:nvPr/>
        </p:nvSpPr>
        <p:spPr bwMode="auto">
          <a:xfrm>
            <a:off x="9022064" y="3401568"/>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3792057" name="TextBox 36"/>
          <p:cNvSpPr txBox="1"/>
          <p:nvPr/>
        </p:nvSpPr>
        <p:spPr bwMode="auto">
          <a:xfrm>
            <a:off x="9186656"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Moustafa Ismail</a:t>
            </a:r>
            <a:endParaRPr/>
          </a:p>
        </p:txBody>
      </p:sp>
      <p:sp>
        <p:nvSpPr>
          <p:cNvPr id="1095707937" name="TextBox 37"/>
          <p:cNvSpPr txBox="1"/>
          <p:nvPr/>
        </p:nvSpPr>
        <p:spPr bwMode="auto">
          <a:xfrm>
            <a:off x="9186656"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870022685" name="Rectangle 38"/>
          <p:cNvSpPr/>
          <p:nvPr/>
        </p:nvSpPr>
        <p:spPr bwMode="auto">
          <a:xfrm>
            <a:off x="9022064"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61956623" name="Rectangle 39"/>
          <p:cNvSpPr/>
          <p:nvPr/>
        </p:nvSpPr>
        <p:spPr bwMode="auto">
          <a:xfrm>
            <a:off x="9022064" y="4078224"/>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04903216" name="TextBox 40"/>
          <p:cNvSpPr txBox="1"/>
          <p:nvPr/>
        </p:nvSpPr>
        <p:spPr bwMode="auto">
          <a:xfrm>
            <a:off x="9186656"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837128029" name="TextBox 41"/>
          <p:cNvSpPr txBox="1"/>
          <p:nvPr/>
        </p:nvSpPr>
        <p:spPr bwMode="auto">
          <a:xfrm>
            <a:off x="9186656"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5885380"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1407115129"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187468"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2022049006"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659410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113042653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39243929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95940129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5928995"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8190050"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54673713"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1472912258"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557399928"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88646702"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1411446989"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567002677"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1356943478"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2034857605"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0411304"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2339430"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497436961"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722294183"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767758709"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893022444"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798096274"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4814613"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3624992"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2138225315"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192636102"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161397368"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2034251007"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2042899501"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195801142"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1014440935"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36064996"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73523862"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509019454"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78216313"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2023829609"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1517345018"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387947030"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502687314"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52074315"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2078786613"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1841474814"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9292585"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7943523"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537109098"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2135181070"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1079261540"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667875787"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661414958"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1714776"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3704455"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1389319280"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967785143"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0880086"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711918139"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431575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111825578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174355927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146828598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2322040"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1274688"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7713677"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510872405"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464104255"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5617398"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8369438"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1546700041"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1941092975"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6010587"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5153776"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736009075"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143199862" name="Rectangle 17"/>
          <p:cNvSpPr/>
          <p:nvPr/>
        </p:nvSpPr>
        <p:spPr bwMode="auto">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73361269" name="Rectangle 18"/>
          <p:cNvSpPr/>
          <p:nvPr/>
        </p:nvSpPr>
        <p:spPr bwMode="auto">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67869621" name="TextBox 19"/>
          <p:cNvSpPr txBox="1"/>
          <p:nvPr/>
        </p:nvSpPr>
        <p:spPr bwMode="auto">
          <a:xfrm>
            <a:off x="786384" y="5769864"/>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THE LINE WE DO NOT CROSS</a:t>
            </a:r>
            <a:endParaRPr/>
          </a:p>
        </p:txBody>
      </p:sp>
      <p:sp>
        <p:nvSpPr>
          <p:cNvPr id="1119796733" name="TextBox 20"/>
          <p:cNvSpPr txBox="1"/>
          <p:nvPr/>
        </p:nvSpPr>
        <p:spPr bwMode="auto">
          <a:xfrm>
            <a:off x="786384" y="6016752"/>
            <a:ext cx="10655777" cy="182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endParaRPr/>
          </a:p>
        </p:txBody>
      </p:sp>
      <p:sp>
        <p:nvSpPr>
          <p:cNvPr id="821120792"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0208805"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1547307166"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7117559"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01997422"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8038657"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955044141"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1303791702"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0725355" name="TextBox 6"/>
          <p:cNvSpPr txBox="1"/>
          <p:nvPr/>
        </p:nvSpPr>
        <p:spPr bwMode="auto">
          <a:xfrm>
            <a:off x="960120" y="4224528"/>
            <a:ext cx="10241280" cy="1097280"/>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Moustafa Ismail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4</cp:revision>
  <dcterms:created xsi:type="dcterms:W3CDTF">2013-01-27T09:14:16Z</dcterms:created>
  <dcterms:modified xsi:type="dcterms:W3CDTF">2026-09-13T22:12:27Z</dcterms:modified>
  <cp:category/>
</cp:coreProperties>
</file>